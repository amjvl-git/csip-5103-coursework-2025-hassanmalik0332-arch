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13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8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266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12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500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698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51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05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4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701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202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865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246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837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861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849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418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49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507525"/>
            <a:ext cx="5308866" cy="1819872"/>
          </a:xfrm>
        </p:spPr>
        <p:txBody>
          <a:bodyPr/>
          <a:lstStyle/>
          <a:p>
            <a:r>
              <a:rPr sz="3600" dirty="0"/>
              <a:t>Fashion-MNIST Classification using ANN and CNN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607987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Muhammad Hassan</a:t>
            </a:r>
          </a:p>
          <a:p>
            <a:r>
              <a:rPr lang="en-GB" dirty="0" smtClean="0"/>
              <a:t>P2905508</a:t>
            </a:r>
          </a:p>
          <a:p>
            <a:r>
              <a:rPr lang="en-GB" dirty="0">
                <a:latin typeface="Computer Modern" panose="02000603000000000000" pitchFamily="2" charset="0"/>
              </a:rPr>
              <a:t>MSc Artificial </a:t>
            </a:r>
            <a:r>
              <a:rPr lang="en-GB" dirty="0" smtClean="0">
                <a:latin typeface="Computer Modern" panose="02000603000000000000" pitchFamily="2" charset="0"/>
              </a:rPr>
              <a:t>Intelligence</a:t>
            </a:r>
            <a:endParaRPr dirty="0"/>
          </a:p>
          <a:p>
            <a:r>
              <a:rPr dirty="0"/>
              <a:t>De Montfort University</a:t>
            </a:r>
          </a:p>
          <a:p>
            <a:r>
              <a:rPr dirty="0"/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Objective: Compare ANN and CNN performance on Fashion-MNIST</a:t>
            </a:r>
          </a:p>
          <a:p>
            <a:r>
              <a:rPr dirty="0"/>
              <a:t>Dataset: 70,000 grayscale clothing images (28x28 pixels)</a:t>
            </a:r>
          </a:p>
          <a:p>
            <a:r>
              <a:rPr dirty="0"/>
              <a:t>Goal: Identify which architecture performs better for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Accurate image recognition is vital for AI and automation</a:t>
            </a:r>
          </a:p>
          <a:p>
            <a:r>
              <a:t>Visually similar items cause misclassification challenges</a:t>
            </a:r>
          </a:p>
          <a:p>
            <a:r>
              <a:t>Need to evaluate ANN vs CNN for fashion item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Fashion-MNIST: 60,000 training and 10,000 testing images</a:t>
            </a:r>
          </a:p>
          <a:p>
            <a:r>
              <a:rPr dirty="0"/>
              <a:t>Ten classes: T-shirt, Trouser, Pullover, Dress, Coat, Sandal, Shirt, Sneaker, Bag, Ankle Boot</a:t>
            </a:r>
          </a:p>
          <a:p>
            <a:r>
              <a:rPr dirty="0"/>
              <a:t>Used normalization and data augmentation (rotation, flip)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Design – ANN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Two hidden layers: 512 and 256 neurons</a:t>
            </a:r>
          </a:p>
          <a:p>
            <a:r>
              <a:t>Activation: ReLU with Batch Normalization and 30% Dropout</a:t>
            </a:r>
          </a:p>
          <a:p>
            <a:r>
              <a:t>Optimizer: Adam | Loss: CrossEntropyLoss</a:t>
            </a:r>
          </a:p>
          <a:p>
            <a:r>
              <a:t>Trained for 15 epochs using StepLR scheduler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Design – 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Three convolutional layers: 32, 64, 128 filters</a:t>
            </a:r>
          </a:p>
          <a:p>
            <a:r>
              <a:t>ReLU activation, Batch Normalization, Max Pooling, Dropout (25%)</a:t>
            </a:r>
          </a:p>
          <a:p>
            <a:r>
              <a:t>Fully connected layers: 256 neurons → 10 output classes</a:t>
            </a:r>
          </a:p>
          <a:p>
            <a:r>
              <a:t>Trained with same optimizer and parameters as ANN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Implemented in PyTorch framework</a:t>
            </a:r>
          </a:p>
          <a:p>
            <a:r>
              <a:t>Batch size: 64 | Epochs: 15</a:t>
            </a:r>
          </a:p>
          <a:p>
            <a:r>
              <a:t>StepLR dynamically reduced learning rate</a:t>
            </a:r>
          </a:p>
          <a:p>
            <a:r>
              <a:t>Evaluation based on validation and test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ANN Accuracy </a:t>
            </a:r>
            <a:r>
              <a:rPr lang="en-GB" dirty="0" smtClean="0"/>
              <a:t>= Apr.</a:t>
            </a:r>
            <a:r>
              <a:rPr dirty="0" smtClean="0"/>
              <a:t> </a:t>
            </a:r>
            <a:r>
              <a:rPr dirty="0"/>
              <a:t>85% | CNN Accuracy </a:t>
            </a:r>
            <a:r>
              <a:rPr lang="en-GB" dirty="0" smtClean="0"/>
              <a:t>= Apr. </a:t>
            </a:r>
            <a:r>
              <a:rPr dirty="0" smtClean="0"/>
              <a:t>93</a:t>
            </a:r>
            <a:r>
              <a:rPr dirty="0"/>
              <a:t>%</a:t>
            </a:r>
          </a:p>
          <a:p>
            <a:r>
              <a:rPr dirty="0"/>
              <a:t>CNN captures spatial and textural features better</a:t>
            </a:r>
          </a:p>
          <a:p>
            <a:r>
              <a:rPr dirty="0"/>
              <a:t>Confusion between visually similar classes (shirt, coat, pullover)</a:t>
            </a:r>
          </a:p>
          <a:p>
            <a:r>
              <a:rPr dirty="0"/>
              <a:t>CNN converges faster and generalizes more effectively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29780" y="208114"/>
            <a:ext cx="6798734" cy="1303867"/>
          </a:xfrm>
        </p:spPr>
        <p:txBody>
          <a:bodyPr/>
          <a:lstStyle/>
          <a:p>
            <a:r>
              <a:rPr lang="en-GB" dirty="0" smtClean="0"/>
              <a:t>Visuals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5171762" y="1814958"/>
            <a:ext cx="34219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Sample images from the Fashion-MNIST dataset showing ten clothing categories including shirts, trousers, coats, and shoes. Each image is grayscale with a 28×28 pixel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71762" y="3754673"/>
            <a:ext cx="28617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Training </a:t>
            </a:r>
            <a:r>
              <a:rPr lang="en-GB" dirty="0"/>
              <a:t>and validation accuracy curves for both ANN and CNN models. The CNN achieved faster convergence and higher accuracy, demonstrating its superior ability to learn spatial features.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02" y="1483620"/>
            <a:ext cx="4075905" cy="2085664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85" y="3840040"/>
            <a:ext cx="4499937" cy="2137589"/>
          </a:xfrm>
        </p:spPr>
      </p:pic>
    </p:spTree>
    <p:extLst>
      <p:ext uri="{BB962C8B-B14F-4D97-AF65-F5344CB8AC3E}">
        <p14:creationId xmlns:p14="http://schemas.microsoft.com/office/powerpoint/2010/main" val="1604308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24" y="664189"/>
            <a:ext cx="3272882" cy="25650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87" y="3754172"/>
            <a:ext cx="8869013" cy="1343212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167315" y="1106385"/>
            <a:ext cx="345268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 for the CNN model on the test set (93.11% accuracy). Misclassifications are concentrated between visually similar classes: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Shirt ↔ T-shirt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Pullover ↔ Coat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Shirt ↔ Dress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highlighting limitations in fine-grained texture discrimination.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6952" y="5252992"/>
            <a:ext cx="5976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“This figure illustrates sample predictions from the trained CNN</a:t>
            </a:r>
          </a:p>
        </p:txBody>
      </p:sp>
    </p:spTree>
    <p:extLst>
      <p:ext uri="{BB962C8B-B14F-4D97-AF65-F5344CB8AC3E}">
        <p14:creationId xmlns:p14="http://schemas.microsoft.com/office/powerpoint/2010/main" val="2637926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Incorporate attention mechanisms (SE-Blocks or CBAM)</a:t>
            </a:r>
          </a:p>
          <a:p>
            <a:r>
              <a:t>Use Mixup/CutMix for advanced data augmentation</a:t>
            </a:r>
          </a:p>
          <a:p>
            <a:r>
              <a:t>Adopt AdamW optimizer or ResNet/VGG for deeper learning</a:t>
            </a:r>
          </a:p>
          <a:p>
            <a:r>
              <a:t>Edge deployment for retail automation applications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dirty="0"/>
          </a:p>
          <a:p>
            <a:r>
              <a:rPr dirty="0"/>
              <a:t>CNN outperformed ANN in image classification tasks</a:t>
            </a:r>
          </a:p>
          <a:p>
            <a:r>
              <a:rPr dirty="0" err="1"/>
              <a:t>ReLU</a:t>
            </a:r>
            <a:r>
              <a:rPr dirty="0"/>
              <a:t>, Batch Normalization, and Dropout improved performance</a:t>
            </a:r>
          </a:p>
          <a:p>
            <a:r>
              <a:t>Future work: deeper architectures and stronger augmentation</a:t>
            </a:r>
          </a:p>
          <a:p>
            <a:r>
              <a:rPr dirty="0"/>
              <a:t>Highlights AI’s potential in intelligent fashion analytics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199</TotalTime>
  <Words>444</Words>
  <Application>Microsoft Office PowerPoint</Application>
  <PresentationFormat>On-screen Show (4:3)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Computer Modern</vt:lpstr>
      <vt:lpstr>Garamond</vt:lpstr>
      <vt:lpstr>Organic</vt:lpstr>
      <vt:lpstr>Fashion-MNIST Classification using ANN and CNN</vt:lpstr>
      <vt:lpstr>Project Overview</vt:lpstr>
      <vt:lpstr>Problem Statement</vt:lpstr>
      <vt:lpstr>Dataset Description</vt:lpstr>
      <vt:lpstr>Model Design – ANN</vt:lpstr>
      <vt:lpstr>Model Design – CNN</vt:lpstr>
      <vt:lpstr>Training Process</vt:lpstr>
      <vt:lpstr>Results &amp; Analysis</vt:lpstr>
      <vt:lpstr>Visuals</vt:lpstr>
      <vt:lpstr>PowerPoint Presentation</vt:lpstr>
      <vt:lpstr>Innovations &amp; 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Fashion-MNIST Classification using ANN and CNN</dc:title>
  <dc:subject/>
  <dc:creator>Hassan Malik</dc:creator>
  <cp:keywords/>
  <dc:description>generated using python-pptx</dc:description>
  <cp:lastModifiedBy>Hassan Hassan</cp:lastModifiedBy>
  <cp:revision>12</cp:revision>
  <dcterms:created xsi:type="dcterms:W3CDTF">2013-01-27T09:14:16Z</dcterms:created>
  <dcterms:modified xsi:type="dcterms:W3CDTF">2025-11-04T23:45:44Z</dcterms:modified>
  <cp:category/>
</cp:coreProperties>
</file>